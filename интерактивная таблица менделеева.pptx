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Интерактивная таблица Менделеева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3276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Проблема</a:t>
            </a:r>
            <a:endParaRPr/>
          </a:p>
        </p:txBody>
      </p:sp>
      <p:sp>
        <p:nvSpPr>
          <p:cNvPr id="1473494018" name="Объект 2"/>
          <p:cNvSpPr>
            <a:spLocks noGrp="1"/>
          </p:cNvSpPr>
          <p:nvPr>
            <p:ph idx="1"/>
          </p:nvPr>
        </p:nvSpPr>
        <p:spPr bwMode="auto">
          <a:xfrm>
            <a:off x="838199" y="2047566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/>
              <a:t>Справочные материалы по химии часто перегружены и плохо читаются</a:t>
            </a:r>
            <a:endParaRPr/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/>
              <a:t>Классические таблицы не подходят </a:t>
            </a:r>
            <a:endParaRPr/>
          </a:p>
          <a:p>
            <a:pPr marL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/>
              <a:t>для быстрого поиска информации</a:t>
            </a:r>
            <a:endParaRPr/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/>
              <a:t>Учебные инструменты разрознены</a:t>
            </a:r>
            <a:endParaRPr/>
          </a:p>
          <a:p>
            <a:pPr marL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/>
              <a:t>(сайты, приложения, конспекты, </a:t>
            </a:r>
            <a:endParaRPr/>
          </a:p>
          <a:p>
            <a:pPr marL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/>
              <a:t>файлы)</a:t>
            </a:r>
            <a:endParaRPr/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/>
              <a:t>Мобильные версии многих ресурсов </a:t>
            </a:r>
            <a:endParaRPr/>
          </a:p>
          <a:p>
            <a:pPr marL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/>
              <a:t>неудобны или ограничены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8483441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881817" y="3373990"/>
            <a:ext cx="4471982" cy="2361090"/>
          </a:xfrm>
          <a:prstGeom prst="rect">
            <a:avLst/>
          </a:prstGeom>
        </p:spPr>
      </p:pic>
      <p:sp>
        <p:nvSpPr>
          <p:cNvPr id="469347218" name=""/>
          <p:cNvSpPr txBox="1"/>
          <p:nvPr/>
        </p:nvSpPr>
        <p:spPr bwMode="auto">
          <a:xfrm flipH="0" flipV="0">
            <a:off x="6881817" y="3099310"/>
            <a:ext cx="39138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/>
              <a:t>пример существующего сайта: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Р7-Офис/2025.2.2.831</Application>
  <DocSecurity>0</DocSecurity>
  <PresentationFormat>Widescreen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olimp</cp:lastModifiedBy>
  <cp:revision>6</cp:revision>
  <dcterms:modified xsi:type="dcterms:W3CDTF">2026-02-19T09:25:50Z</dcterms:modified>
  <cp:category/>
  <cp:contentStatus/>
  <cp:version/>
</cp:coreProperties>
</file>