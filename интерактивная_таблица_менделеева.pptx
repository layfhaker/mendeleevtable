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499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таблица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Менделеева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 для изучения химии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09728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4290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Сугаипов Арсен, 10 «В» класс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ЧОУ «Газпром школа Санкт-Петербург»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Вострикова Л. В.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5720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06424"/>
            <a:ext cx="45720" cy="4206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Справочные материалы перегружены и неудобны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5720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46504"/>
            <a:ext cx="45720" cy="4206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373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таблицы не подходят для быстрого поиска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45720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86584"/>
            <a:ext cx="45720" cy="4206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774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Учебные инструменты разрознены (сайты, приложения, конспекты)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45720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26664"/>
            <a:ext cx="45720" cy="4206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175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Мобильные версии ограничены и неудобны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2353"/>
            </a:avLst>
          </a:prstGeom>
          <a:solidFill>
            <a:srgbClr val="F0F0F0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577840" y="105156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аналога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(ptable.com и т. п.)</a:t>
            </a:r>
            <a:endParaRPr lang="en-US" sz="11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56B5130-750C-45CA-A111-AC93FF002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170" y="1004762"/>
            <a:ext cx="3176300" cy="3659755"/>
          </a:xfrm>
          <a:prstGeom prst="rect">
            <a:avLst/>
          </a:prstGeom>
          <a:effectLst>
            <a:softEdge rad="254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43584"/>
            <a:ext cx="45720" cy="13533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25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удобный интерактивный инструмент для изучения химии, объединяющий ключевые справочные и вычислительные функции в одном веб-приложении с современным интерфейсом и возможностью работы без интернета.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изучения химических элементов и их соединений учащимися средней школы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3017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Информационная модель периодической системы и методы её интерактивного представления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интерактивную таблицу со всеми 118 элементами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5623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105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таблицу растворимости с реальными цветами веществ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56946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5237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умный поиск по формулам и названиям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2369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калькулятор молярной массы и уравниватель реакций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99592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9502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Адаптировать под ПК, планшеты и смартфоны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2062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06424"/>
            <a:ext cx="45720" cy="3749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78992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 веб-инструмент для изучения химии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42062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00784"/>
            <a:ext cx="45720" cy="3749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73352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Объединяет несколько учебных функций в одном месте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42062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95144"/>
            <a:ext cx="45720" cy="3749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67712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Минимизирует визуальную перегрузку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42062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889504"/>
            <a:ext cx="45720" cy="3749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862072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без интернета (PWA)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105156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приложения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(главная таблица)</a:t>
            </a:r>
            <a:endParaRPr lang="en-US" sz="11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77D55FF-D71D-4AB6-BC31-F635B0A90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584" y="1134064"/>
            <a:ext cx="3853605" cy="2178558"/>
          </a:xfrm>
          <a:prstGeom prst="rect">
            <a:avLst/>
          </a:prstGeom>
          <a:effectLst>
            <a:softEdge rad="254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возможности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033272"/>
            <a:ext cx="2459736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Периодическая таблица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элементов · 20+ параметров · 40+ аллотропов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2386584" cy="2834640"/>
          </a:xfrm>
          <a:prstGeom prst="roundRect">
            <a:avLst>
              <a:gd name="adj" fmla="val 3065"/>
            </a:avLst>
          </a:prstGeom>
          <a:solidFill>
            <a:srgbClr val="F0F0F0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49808" y="1828800"/>
            <a:ext cx="238658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96012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033272"/>
            <a:ext cx="2459736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143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растворимости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соединения · реальные цвета 100+ веществ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84448" y="1828800"/>
            <a:ext cx="2386584" cy="2834640"/>
          </a:xfrm>
          <a:prstGeom prst="roundRect">
            <a:avLst>
              <a:gd name="adj" fmla="val 3065"/>
            </a:avLst>
          </a:prstGeom>
          <a:solidFill>
            <a:srgbClr val="F0F0F0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584448" y="1828800"/>
            <a:ext cx="238658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96012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82512" y="1033272"/>
            <a:ext cx="2459736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143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поиск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Формулы, названия, тривиальные имена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19088" y="1822565"/>
            <a:ext cx="2386584" cy="2834640"/>
          </a:xfrm>
          <a:prstGeom prst="roundRect">
            <a:avLst>
              <a:gd name="adj" fmla="val 3065"/>
            </a:avLst>
          </a:prstGeom>
          <a:solidFill>
            <a:srgbClr val="F0F0F0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419088" y="1828800"/>
            <a:ext cx="238658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11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EB3C985-A673-40E8-8ADC-29FA6C633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22565"/>
            <a:ext cx="2494280" cy="2840876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95EF7AF-A929-4B21-BD95-EE57C0A41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3" y="1783080"/>
            <a:ext cx="2459736" cy="2880361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D7DB9DE-250C-44BD-85DA-51D568C53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783079"/>
            <a:ext cx="2441448" cy="2874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возможности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033272"/>
            <a:ext cx="2459736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 массы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на ПК · касание на телефоне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2386584" cy="2834640"/>
          </a:xfrm>
          <a:prstGeom prst="roundRect">
            <a:avLst>
              <a:gd name="adj" fmla="val 3065"/>
            </a:avLst>
          </a:prstGeom>
          <a:solidFill>
            <a:srgbClr val="F0F0F0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49808" y="1828800"/>
            <a:ext cx="238658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96012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033272"/>
            <a:ext cx="2459736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143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Уравниватель реакций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Автоподбор коэффициентов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84448" y="1828800"/>
            <a:ext cx="2386584" cy="2834640"/>
          </a:xfrm>
          <a:prstGeom prst="roundRect">
            <a:avLst>
              <a:gd name="adj" fmla="val 3065"/>
            </a:avLst>
          </a:prstGeom>
          <a:solidFill>
            <a:srgbClr val="F0F0F0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584448" y="1828800"/>
            <a:ext cx="238658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96012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82512" y="1033272"/>
            <a:ext cx="2459736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143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реакций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полной химической реакции по введенным реагентам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19088" y="1828800"/>
            <a:ext cx="2386584" cy="2834640"/>
          </a:xfrm>
          <a:prstGeom prst="roundRect">
            <a:avLst>
              <a:gd name="adj" fmla="val 3065"/>
            </a:avLst>
          </a:prstGeom>
          <a:solidFill>
            <a:srgbClr val="F0F0F0"/>
          </a:solidFill>
          <a:ln w="19050">
            <a:solidFill>
              <a:srgbClr val="D1D5D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419088" y="1828800"/>
            <a:ext cx="238658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11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34EA175-269F-4688-824A-E8587D09A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83080"/>
            <a:ext cx="2386584" cy="288036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5B661DE-363D-47B8-A3D9-EED9855CF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672" y="1783080"/>
            <a:ext cx="2430936" cy="288036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11FE7A7-7D40-4BAA-B1FB-0E4BD08EA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9280" y="1783080"/>
            <a:ext cx="2472968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Отличия от аналогов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7947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124712"/>
            <a:ext cx="3648456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24712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Перегруженный интерфейс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2128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Медленный поиск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6883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6883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сервисы для разных задач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1638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1638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оффлайн-режима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6393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Устаревшие данные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1124712"/>
            <a:ext cx="3831336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1124712"/>
            <a:ext cx="3831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Химический Ассистент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Минималистичный интерфейс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Мгновенный поиск по формулам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6883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26883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в одном приложении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1638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57800" y="31638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оффлайн через PWA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6393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3639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Актуальные данные 2025 года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3258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2618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Вёрстка и стили интерфейса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005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03320" y="132588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2618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1783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приложения, ~40 000 строк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132588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2618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1783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Интерактивные частицы и атомы на фоне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2918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227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Оффлайн-режим и установка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2971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03320" y="329184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3227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дизайн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0332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ПК, планшеты, смартфоны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2971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3291840"/>
            <a:ext cx="274320" cy="27432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3227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хостинг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элементов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88920" y="9601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8892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8892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9601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цветов веществ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9601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8660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08660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кода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37744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59152"/>
            <a:ext cx="228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2313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продукт, опубликованный на GitHub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288036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62072"/>
            <a:ext cx="228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2816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Корректная работа на ПК, планшетах и смартфонах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64992"/>
            <a:ext cx="228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3319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Успешное тестирование в Chrome, Firefox, Safari, Edge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67912"/>
            <a:ext cx="228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3822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Положительная обратная связь от одноклассников и учителя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3891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370832"/>
            <a:ext cx="228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43251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~150 КБ, загрузка менее 1 секунды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Планы развития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06424"/>
            <a:ext cx="4572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1247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реакций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435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/>
              <a:t>Удобный сборник правил химический реакций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20824"/>
            <a:ext cx="4572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39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базы реакций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350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типов реакций и примеров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935224"/>
            <a:ext cx="4572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953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Мультиязычность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264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Русский, английский, казахский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849624"/>
            <a:ext cx="4572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867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интерфейса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178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Улучшения по обратной связи пользователей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474720" y="2560320"/>
            <a:ext cx="219456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layfhaker.github.io/mendeleevtable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Сугаипов Арсен · 10 «В» класс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ЧОУ «Газпром школа Санкт-Петербург»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462</Words>
  <Application>Microsoft Office PowerPoint</Application>
  <PresentationFormat>Экран (16:9)</PresentationFormat>
  <Paragraphs>137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Интерактивная таблица Менделеева</dc:title>
  <dc:subject>PptxGenJS Presentation</dc:subject>
  <dc:creator>Сугаипов Арсен</dc:creator>
  <cp:lastModifiedBy>Арсен Сугаипоа</cp:lastModifiedBy>
  <cp:revision>2</cp:revision>
  <dcterms:created xsi:type="dcterms:W3CDTF">2026-02-19T16:47:56Z</dcterms:created>
  <dcterms:modified xsi:type="dcterms:W3CDTF">2026-02-19T17:04:23Z</dcterms:modified>
</cp:coreProperties>
</file>